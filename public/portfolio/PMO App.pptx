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BE5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58" y="1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69F762-5CE9-7810-8A6F-21EDF9F1EA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A8F10E-02B5-0FCC-0701-992397EA76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F58CD6-8CF5-837A-8332-2B5B0252B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96D4C-9066-47C9-A5C9-5D14D5EC3B95}" type="datetimeFigureOut">
              <a:rPr lang="en-GB" smtClean="0"/>
              <a:t>08/07/2023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F34DA7-2896-FB79-C3FD-32D85CD8A8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FDCF8D-F447-BCF0-5C3F-E48DC32D6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05D453-2989-40F8-BE2A-D0F5430BA66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41596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A4EC3-3AB4-A503-F071-4BB4F355B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86BEBB-69F4-EA83-FA22-E6FC01DB85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85F199-1184-657F-E2CC-A45054C073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96D4C-9066-47C9-A5C9-5D14D5EC3B95}" type="datetimeFigureOut">
              <a:rPr lang="en-GB" smtClean="0"/>
              <a:t>08/07/2023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82017A-DBC3-D1C7-541C-127E15BCE5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3D7381-B7E0-DF5D-FB86-1668C2A00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05D453-2989-40F8-BE2A-D0F5430BA66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564687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9E2040-C671-B081-F8B2-3C3D7B3BBB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8F8C9F-20D9-E9DA-EC9A-01FB1FD1DC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4E9892-CABD-A738-BDEC-609B475484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96D4C-9066-47C9-A5C9-5D14D5EC3B95}" type="datetimeFigureOut">
              <a:rPr lang="en-GB" smtClean="0"/>
              <a:t>08/07/2023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C6FEFC-68C5-5762-ED57-2BE2A59317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9BF3CD-074F-FD5C-338A-7208BD8520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05D453-2989-40F8-BE2A-D0F5430BA66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351160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36CA5F-16B4-D8DE-1CD7-310CACC5D9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09A812-4632-569F-D798-323972BCEB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4484E8-6E85-3FD6-D092-BC3FEED1B0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E8785C-69B1-BC75-D421-8B2994A2EC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96D4C-9066-47C9-A5C9-5D14D5EC3B95}" type="datetimeFigureOut">
              <a:rPr lang="en-GB" smtClean="0"/>
              <a:t>08/07/2023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2BEAD7-A577-134F-4689-1F5189353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0C10AF-C0DD-004B-AD30-B138C8E0EB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05D453-2989-40F8-BE2A-D0F5430BA66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029165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40474-E56D-1FD0-9D61-7AA6137BE9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9EE95F-E2CC-BA48-2D57-0804807300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1FCB35-672F-8EF6-32FA-EAC1B8F2E3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EBCD213-08B7-F7E3-E9C8-BD52647B390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635BE0-F6F2-2933-BC0E-1909CA6685E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09FE9F8-F619-7343-3D70-1AD08EB4E1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96D4C-9066-47C9-A5C9-5D14D5EC3B95}" type="datetimeFigureOut">
              <a:rPr lang="en-GB" smtClean="0"/>
              <a:t>08/07/2023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CCB8368-B78B-96AE-0A95-6FDCC0C295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28E4799-5D02-8B84-FEE8-F43FFA9F7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05D453-2989-40F8-BE2A-D0F5430BA66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800117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27EDF6-9177-E4D3-938B-8CF5612761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935C32A-D2E0-A123-E787-7C006F036E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96D4C-9066-47C9-A5C9-5D14D5EC3B95}" type="datetimeFigureOut">
              <a:rPr lang="en-GB" smtClean="0"/>
              <a:t>08/07/2023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801B0B-EAB4-E3BD-1345-9354736397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DB00C7-6D79-D117-9BA1-96D1344766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05D453-2989-40F8-BE2A-D0F5430BA66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77807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158F9DA-AC48-8257-A3F4-24E1CF461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96D4C-9066-47C9-A5C9-5D14D5EC3B95}" type="datetimeFigureOut">
              <a:rPr lang="en-GB" smtClean="0"/>
              <a:t>08/07/2023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69F6DC6-E9D9-FEE0-B9A7-BA07BFB70F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541CAF-B39B-4538-7EEB-539943AC78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05D453-2989-40F8-BE2A-D0F5430BA66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761371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B73165-DC3C-4057-80DC-0FD675D515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337310-C7B9-7CCB-1FB7-944657D3F4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3877D3-9A16-A2CB-8DE3-547BE63113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74B4D2-72C5-4932-DD2C-70E50CCEDB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96D4C-9066-47C9-A5C9-5D14D5EC3B95}" type="datetimeFigureOut">
              <a:rPr lang="en-GB" smtClean="0"/>
              <a:t>08/07/2023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8F918A-DCBC-BF96-C0E8-489AA9A10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E788BE-8A91-8D93-CF94-830FB02D94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05D453-2989-40F8-BE2A-D0F5430BA66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266996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3B6FAE-483C-A4B6-1CE3-E48348F115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6291365-51B3-EA77-7890-FA8B76F5B1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CCAC85-17AC-E2F6-B54B-3740FF95FB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E364B4-85D7-3027-0BAC-9D9D3AE50F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96D4C-9066-47C9-A5C9-5D14D5EC3B95}" type="datetimeFigureOut">
              <a:rPr lang="en-GB" smtClean="0"/>
              <a:t>08/07/2023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175DEC-D45D-293E-B32F-9FC23BB3A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0D6763-BF3D-8D99-29DC-23C8420FC7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05D453-2989-40F8-BE2A-D0F5430BA66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52366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833FB8-9503-01B4-604B-BFF5E33629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458901-E2BB-3A54-3E13-706422D63A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BBD6D5-9ACC-0C99-22ED-9B0887E8D1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96D4C-9066-47C9-A5C9-5D14D5EC3B95}" type="datetimeFigureOut">
              <a:rPr lang="en-GB" smtClean="0"/>
              <a:t>08/07/2023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670560-3BDE-E1DE-D8D3-BF66AB63B3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A87193-B046-DB72-79B0-54289C1AED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05D453-2989-40F8-BE2A-D0F5430BA66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631231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02A4C07-FE88-4D6F-A294-F9DCBC83D5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D7769E-5B7C-8EB5-D9E9-26E888A874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4E65F8-4C98-D6CE-C009-79DEA9920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96D4C-9066-47C9-A5C9-5D14D5EC3B95}" type="datetimeFigureOut">
              <a:rPr lang="en-GB" smtClean="0"/>
              <a:t>08/07/2023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E6CA1E-18E8-87CB-0468-9AA4D322D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52CAFE-869C-1EF8-23B3-82433BB52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05D453-2989-40F8-BE2A-D0F5430BA66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435242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28F1D07-0935-D625-1AFE-F4D3D5F613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706977-8A8B-6E7E-3668-226E7366D8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81BEA0-A8DE-3ABE-3069-4F777DD1EC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496D4C-9066-47C9-A5C9-5D14D5EC3B95}" type="datetimeFigureOut">
              <a:rPr lang="en-GB" smtClean="0"/>
              <a:t>08/07/2023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265398-AF39-ADC8-0E33-3512737A01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CD9B62-B615-3FA4-B7E6-092FD25D7C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05D453-2989-40F8-BE2A-D0F5430BA66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118267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BE86567E-6511-E513-4F08-2B24CDB4EEE0}"/>
              </a:ext>
            </a:extLst>
          </p:cNvPr>
          <p:cNvGrpSpPr/>
          <p:nvPr/>
        </p:nvGrpSpPr>
        <p:grpSpPr>
          <a:xfrm>
            <a:off x="924751" y="695324"/>
            <a:ext cx="10286175" cy="5745233"/>
            <a:chOff x="924751" y="695324"/>
            <a:chExt cx="10286175" cy="5745233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14DD0835-34D8-84E4-57F3-0929805F573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7586" t="10139" r="8047" b="6088"/>
            <a:stretch/>
          </p:blipFill>
          <p:spPr>
            <a:xfrm>
              <a:off x="924751" y="695324"/>
              <a:ext cx="10286175" cy="5745233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C1FEE595-9073-642D-D67F-77738C12C364}"/>
                </a:ext>
              </a:extLst>
            </p:cNvPr>
            <p:cNvSpPr/>
            <p:nvPr/>
          </p:nvSpPr>
          <p:spPr>
            <a:xfrm>
              <a:off x="924752" y="760412"/>
              <a:ext cx="2562225" cy="782637"/>
            </a:xfrm>
            <a:prstGeom prst="rect">
              <a:avLst/>
            </a:prstGeom>
            <a:gradFill flip="none" rotWithShape="1">
              <a:gsLst>
                <a:gs pos="0">
                  <a:schemeClr val="bg1"/>
                </a:gs>
                <a:gs pos="50000">
                  <a:srgbClr val="7BE5CC"/>
                </a:gs>
                <a:gs pos="100000">
                  <a:srgbClr val="7BE5CC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087EB5B-0303-FCA1-860F-BC98DBB74763}"/>
                </a:ext>
              </a:extLst>
            </p:cNvPr>
            <p:cNvSpPr/>
            <p:nvPr/>
          </p:nvSpPr>
          <p:spPr>
            <a:xfrm>
              <a:off x="5257799" y="3209925"/>
              <a:ext cx="971551" cy="449263"/>
            </a:xfrm>
            <a:prstGeom prst="rect">
              <a:avLst/>
            </a:prstGeom>
            <a:gradFill flip="none" rotWithShape="1">
              <a:gsLst>
                <a:gs pos="0">
                  <a:schemeClr val="bg1"/>
                </a:gs>
                <a:gs pos="50000">
                  <a:srgbClr val="7BE5CC"/>
                </a:gs>
                <a:gs pos="100000">
                  <a:srgbClr val="7BE5CC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25468245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FD29667D-E0AF-CBB3-4147-206946C7180E}"/>
              </a:ext>
            </a:extLst>
          </p:cNvPr>
          <p:cNvGrpSpPr/>
          <p:nvPr/>
        </p:nvGrpSpPr>
        <p:grpSpPr>
          <a:xfrm>
            <a:off x="914400" y="705678"/>
            <a:ext cx="10326757" cy="5764696"/>
            <a:chOff x="914400" y="705678"/>
            <a:chExt cx="10326757" cy="5764696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1AAD4651-4714-49D9-B956-7E3F62B4D4B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7499" t="10290" r="7799" b="5652"/>
            <a:stretch/>
          </p:blipFill>
          <p:spPr>
            <a:xfrm>
              <a:off x="914400" y="705678"/>
              <a:ext cx="10326757" cy="5764696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930D9A4-AFA9-CB70-6AA3-4244776D64F8}"/>
                </a:ext>
              </a:extLst>
            </p:cNvPr>
            <p:cNvSpPr/>
            <p:nvPr/>
          </p:nvSpPr>
          <p:spPr>
            <a:xfrm>
              <a:off x="914814" y="735495"/>
              <a:ext cx="2047048" cy="626165"/>
            </a:xfrm>
            <a:prstGeom prst="rect">
              <a:avLst/>
            </a:prstGeom>
            <a:gradFill flip="none" rotWithShape="1">
              <a:gsLst>
                <a:gs pos="0">
                  <a:schemeClr val="bg1"/>
                </a:gs>
                <a:gs pos="50000">
                  <a:srgbClr val="7BE5CC"/>
                </a:gs>
                <a:gs pos="100000">
                  <a:srgbClr val="7BE5CC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8558081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C440E9C-393D-D36F-E713-A7E693A58BA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7422" t="31944" r="28281" b="23611"/>
          <a:stretch/>
        </p:blipFill>
        <p:spPr>
          <a:xfrm>
            <a:off x="838200" y="365124"/>
            <a:ext cx="10629900" cy="599923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8DC05C0-EE99-12F7-FA4B-1A3FA13610AA}"/>
              </a:ext>
            </a:extLst>
          </p:cNvPr>
          <p:cNvSpPr/>
          <p:nvPr/>
        </p:nvSpPr>
        <p:spPr>
          <a:xfrm>
            <a:off x="838200" y="398389"/>
            <a:ext cx="2047048" cy="626165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50000">
                <a:srgbClr val="7BE5CC"/>
              </a:gs>
              <a:gs pos="100000">
                <a:srgbClr val="7BE5CC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10259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265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Damilola Ibukun Emiola</dc:creator>
  <cp:lastModifiedBy>Damilola Ibukun Emiola</cp:lastModifiedBy>
  <cp:revision>1</cp:revision>
  <dcterms:created xsi:type="dcterms:W3CDTF">2023-07-08T17:37:14Z</dcterms:created>
  <dcterms:modified xsi:type="dcterms:W3CDTF">2023-07-08T22:03:11Z</dcterms:modified>
</cp:coreProperties>
</file>